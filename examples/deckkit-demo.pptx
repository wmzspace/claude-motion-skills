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4200" y="241300"/>
            <a:ext cx="444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3D9C9"/>
                </a:solidFill>
                <a:latin typeface="微软雅黑"/>
                <a:ea typeface="微软雅黑"/>
              </a:rPr>
              <a:t>示例主题 · deckkit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8F0"/>
                </a:solidFill>
                <a:latin typeface="微软雅黑"/>
                <a:ea typeface="微软雅黑"/>
              </a:rPr>
              <a:t>01 / 03　封面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561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FF8F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994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FF8F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2800" y="1397000"/>
            <a:ext cx="1016000" cy="2921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3B1F2B"/>
                </a:solidFill>
                <a:latin typeface="微软雅黑"/>
                <a:ea typeface="微软雅黑"/>
              </a:rPr>
              <a:t>年度复盘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841500"/>
            <a:ext cx="6350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0" b="1">
                <a:solidFill>
                  <a:srgbClr val="FFF8F0"/>
                </a:solidFill>
                <a:latin typeface="微软雅黑"/>
                <a:ea typeface="微软雅黑"/>
              </a:rPr>
              <a:t>咖啡馆经营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048000"/>
            <a:ext cx="2794000" cy="762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徽章"/>
          <p:cNvGrpSpPr/>
          <p:nvPr/>
        </p:nvGrpSpPr>
        <p:grpSpPr>
          <a:xfrm>
            <a:off x="8064500" y="1905000"/>
            <a:ext cx="2159000" cy="2159000"/>
            <a:chOff x="8064500" y="1905000"/>
            <a:chExt cx="2159000" cy="2159000"/>
          </a:xfrm>
        </p:grpSpPr>
        <p:sp>
          <p:nvSpPr>
            <p:cNvPr id="11" name="Oval 10"/>
            <p:cNvSpPr/>
            <p:nvPr/>
          </p:nvSpPr>
          <p:spPr>
            <a:xfrm>
              <a:off x="8064500" y="1905000"/>
              <a:ext cx="2159000" cy="2159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" name="Picture 11" descr="rocket_primary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17890" y="2358390"/>
              <a:ext cx="1252220" cy="125222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4200" y="241300"/>
            <a:ext cx="444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3D9C9"/>
                </a:solidFill>
                <a:latin typeface="微软雅黑"/>
                <a:ea typeface="微软雅黑"/>
              </a:rPr>
              <a:t>示例主题 · deckkit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8F0"/>
                </a:solidFill>
                <a:latin typeface="微软雅黑"/>
                <a:ea typeface="微软雅黑"/>
              </a:rPr>
              <a:t>02 / 03　三个要点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561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994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FF8F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7700" y="838200"/>
            <a:ext cx="736600" cy="736600"/>
          </a:xfrm>
          <a:prstGeom prst="ellipse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533400"/>
            <a:ext cx="1511300" cy="2921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3B1F2B"/>
                </a:solidFill>
                <a:latin typeface="微软雅黑"/>
                <a:ea typeface="微软雅黑"/>
              </a:rPr>
              <a:t>01 · 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927100"/>
            <a:ext cx="10160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8F0"/>
                </a:solidFill>
                <a:latin typeface="微软雅黑"/>
                <a:ea typeface="微软雅黑"/>
              </a:rPr>
              <a:t>今年做对的三件事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1600200"/>
            <a:ext cx="1016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3D9C9"/>
                </a:solidFill>
                <a:latin typeface="微软雅黑"/>
                <a:ea typeface="微软雅黑"/>
              </a:rPr>
              <a:t>每件事配一个数据</a:t>
            </a:r>
          </a:p>
        </p:txBody>
      </p:sp>
      <p:grpSp>
        <p:nvGrpSpPr>
          <p:cNvPr id="11" name="客单价"/>
          <p:cNvGrpSpPr/>
          <p:nvPr/>
        </p:nvGrpSpPr>
        <p:grpSpPr>
          <a:xfrm>
            <a:off x="812800" y="2070100"/>
            <a:ext cx="3384550" cy="3962400"/>
            <a:chOff x="812800" y="2070100"/>
            <a:chExt cx="3384550" cy="3962400"/>
          </a:xfrm>
        </p:grpSpPr>
        <p:sp>
          <p:nvSpPr>
            <p:cNvPr id="12" name="Rounded Rectangle 11"/>
            <p:cNvSpPr/>
            <p:nvPr/>
          </p:nvSpPr>
          <p:spPr>
            <a:xfrm>
              <a:off x="812800" y="2070100"/>
              <a:ext cx="3384550" cy="3962400"/>
            </a:xfrm>
            <a:prstGeom prst="roundRect">
              <a:avLst>
                <a:gd name="adj" fmla="val 7504"/>
              </a:avLst>
            </a:prstGeom>
            <a:solidFill>
              <a:srgbClr val="FBEDE2">
                <a:alpha val="9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1066800" y="2349500"/>
              <a:ext cx="762000" cy="762000"/>
            </a:xfrm>
            <a:prstGeom prst="ellipse">
              <a:avLst/>
            </a:prstGeom>
            <a:solidFill>
              <a:srgbClr val="7A2E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chart_accen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6820" y="2509520"/>
              <a:ext cx="441959" cy="441959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066800" y="3340100"/>
              <a:ext cx="2876550" cy="381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2400" b="1">
                  <a:solidFill>
                    <a:srgbClr val="3B1F2B"/>
                  </a:solidFill>
                  <a:latin typeface="微软雅黑"/>
                  <a:ea typeface="微软雅黑"/>
                </a:rPr>
                <a:t>客单价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66800" y="3822700"/>
              <a:ext cx="2876550" cy="1905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0">
                  <a:solidFill>
                    <a:srgbClr val="6B4A4F"/>
                  </a:solidFill>
                  <a:latin typeface="微软雅黑"/>
                  <a:ea typeface="微软雅黑"/>
                </a:rPr>
                <a:t>示例文字，占位用</a:t>
              </a:r>
            </a:p>
          </p:txBody>
        </p:sp>
      </p:grpSp>
      <p:grpSp>
        <p:nvGrpSpPr>
          <p:cNvPr id="17" name="出杯时间"/>
          <p:cNvGrpSpPr/>
          <p:nvPr/>
        </p:nvGrpSpPr>
        <p:grpSpPr>
          <a:xfrm>
            <a:off x="4400550" y="2070100"/>
            <a:ext cx="3384550" cy="3962400"/>
            <a:chOff x="4400550" y="2070100"/>
            <a:chExt cx="3384550" cy="3962400"/>
          </a:xfrm>
        </p:grpSpPr>
        <p:sp>
          <p:nvSpPr>
            <p:cNvPr id="18" name="Rounded Rectangle 17"/>
            <p:cNvSpPr/>
            <p:nvPr/>
          </p:nvSpPr>
          <p:spPr>
            <a:xfrm>
              <a:off x="4400550" y="2070100"/>
              <a:ext cx="3384550" cy="3962400"/>
            </a:xfrm>
            <a:prstGeom prst="roundRect">
              <a:avLst>
                <a:gd name="adj" fmla="val 7504"/>
              </a:avLst>
            </a:prstGeom>
            <a:solidFill>
              <a:srgbClr val="FBEDE2">
                <a:alpha val="9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4654550" y="2349500"/>
              <a:ext cx="762000" cy="762000"/>
            </a:xfrm>
            <a:prstGeom prst="ellipse">
              <a:avLst/>
            </a:prstGeom>
            <a:solidFill>
              <a:srgbClr val="7A2E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0" name="Picture 19" descr="clock_accen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4570" y="2509520"/>
              <a:ext cx="441959" cy="441959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654550" y="3340100"/>
              <a:ext cx="2876550" cy="381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2400" b="1">
                  <a:solidFill>
                    <a:srgbClr val="3B1F2B"/>
                  </a:solidFill>
                  <a:latin typeface="微软雅黑"/>
                  <a:ea typeface="微软雅黑"/>
                </a:rPr>
                <a:t>出杯时间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54550" y="3822700"/>
              <a:ext cx="2876550" cy="1905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0">
                  <a:solidFill>
                    <a:srgbClr val="6B4A4F"/>
                  </a:solidFill>
                  <a:latin typeface="微软雅黑"/>
                  <a:ea typeface="微软雅黑"/>
                </a:rPr>
                <a:t>示例文字，占位用</a:t>
              </a:r>
            </a:p>
          </p:txBody>
        </p:sp>
      </p:grpSp>
      <p:grpSp>
        <p:nvGrpSpPr>
          <p:cNvPr id="23" name="复购"/>
          <p:cNvGrpSpPr/>
          <p:nvPr/>
        </p:nvGrpSpPr>
        <p:grpSpPr>
          <a:xfrm>
            <a:off x="7988300" y="2070100"/>
            <a:ext cx="3384550" cy="3962400"/>
            <a:chOff x="7988300" y="2070100"/>
            <a:chExt cx="3384550" cy="3962400"/>
          </a:xfrm>
        </p:grpSpPr>
        <p:sp>
          <p:nvSpPr>
            <p:cNvPr id="24" name="Rounded Rectangle 23"/>
            <p:cNvSpPr/>
            <p:nvPr/>
          </p:nvSpPr>
          <p:spPr>
            <a:xfrm>
              <a:off x="7988300" y="2070100"/>
              <a:ext cx="3384550" cy="3962400"/>
            </a:xfrm>
            <a:prstGeom prst="roundRect">
              <a:avLst>
                <a:gd name="adj" fmla="val 7504"/>
              </a:avLst>
            </a:prstGeom>
            <a:solidFill>
              <a:srgbClr val="FBEDE2">
                <a:alpha val="9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8242300" y="2349500"/>
              <a:ext cx="762000" cy="762000"/>
            </a:xfrm>
            <a:prstGeom prst="ellipse">
              <a:avLst/>
            </a:prstGeom>
            <a:solidFill>
              <a:srgbClr val="7A2E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heart_accen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02320" y="2509520"/>
              <a:ext cx="441959" cy="441959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8242300" y="3340100"/>
              <a:ext cx="2876550" cy="381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2400" b="1">
                  <a:solidFill>
                    <a:srgbClr val="3B1F2B"/>
                  </a:solidFill>
                  <a:latin typeface="微软雅黑"/>
                  <a:ea typeface="微软雅黑"/>
                </a:rPr>
                <a:t>复购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42300" y="3822700"/>
              <a:ext cx="2876550" cy="1905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0">
                  <a:solidFill>
                    <a:srgbClr val="6B4A4F"/>
                  </a:solidFill>
                  <a:latin typeface="微软雅黑"/>
                  <a:ea typeface="微软雅黑"/>
                </a:rPr>
                <a:t>示例文字，占位用</a:t>
              </a:r>
            </a:p>
          </p:txBody>
        </p:sp>
      </p:grpSp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40" dur="32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42" dur="32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Scale>
                                      <p:cBhvr>
                                        <p:cTn id="44" dur="32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4200" y="241300"/>
            <a:ext cx="444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3D9C9"/>
                </a:solidFill>
                <a:latin typeface="微软雅黑"/>
                <a:ea typeface="微软雅黑"/>
              </a:rPr>
              <a:t>示例主题 · deckkit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8F0"/>
                </a:solidFill>
                <a:latin typeface="微软雅黑"/>
                <a:ea typeface="微软雅黑"/>
              </a:rPr>
              <a:t>03 / 03　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561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99400" y="6502400"/>
            <a:ext cx="3479800" cy="508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7700" y="838200"/>
            <a:ext cx="736600" cy="736600"/>
          </a:xfrm>
          <a:prstGeom prst="ellipse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800" y="533400"/>
            <a:ext cx="1511300" cy="292100"/>
          </a:xfrm>
          <a:prstGeom prst="roundRect">
            <a:avLst>
              <a:gd name="adj" fmla="val 50000"/>
            </a:avLst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3B1F2B"/>
                </a:solidFill>
                <a:latin typeface="微软雅黑"/>
                <a:ea typeface="微软雅黑"/>
              </a:rPr>
              <a:t>02 · 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927100"/>
            <a:ext cx="10160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8F0"/>
                </a:solidFill>
                <a:latin typeface="微软雅黑"/>
                <a:ea typeface="微软雅黑"/>
              </a:rPr>
              <a:t>光点沿路径移动</a:t>
            </a:r>
          </a:p>
        </p:txBody>
      </p:sp>
      <p:sp>
        <p:nvSpPr>
          <p:cNvPr id="10" name="Freeform 9"/>
          <p:cNvSpPr/>
          <p:nvPr/>
        </p:nvSpPr>
        <p:spPr>
          <a:xfrm>
            <a:off x="812800" y="3810000"/>
            <a:ext cx="10566400" cy="762000"/>
          </a:xfrm>
          <a:custGeom>
            <a:avLst/>
            <a:gdLst/>
            <a:ahLst/>
            <a:cxnLst/>
            <a:rect l="l" t="t" r="r" b="b"/>
            <a:pathLst>
              <a:path w="10566400" h="762000">
                <a:moveTo>
                  <a:pt x="0" y="0"/>
                </a:moveTo>
                <a:lnTo>
                  <a:pt x="528320" y="76200"/>
                </a:lnTo>
                <a:lnTo>
                  <a:pt x="1056639" y="152400"/>
                </a:lnTo>
                <a:lnTo>
                  <a:pt x="1584960" y="228600"/>
                </a:lnTo>
                <a:lnTo>
                  <a:pt x="2113280" y="304800"/>
                </a:lnTo>
                <a:lnTo>
                  <a:pt x="2641600" y="381000"/>
                </a:lnTo>
                <a:lnTo>
                  <a:pt x="3169920" y="457200"/>
                </a:lnTo>
                <a:lnTo>
                  <a:pt x="3698240" y="533400"/>
                </a:lnTo>
                <a:lnTo>
                  <a:pt x="4226560" y="609600"/>
                </a:lnTo>
                <a:lnTo>
                  <a:pt x="4754880" y="685800"/>
                </a:lnTo>
                <a:lnTo>
                  <a:pt x="5283200" y="762000"/>
                </a:lnTo>
                <a:lnTo>
                  <a:pt x="5811520" y="685800"/>
                </a:lnTo>
                <a:lnTo>
                  <a:pt x="6339840" y="609600"/>
                </a:lnTo>
                <a:lnTo>
                  <a:pt x="6868160" y="533400"/>
                </a:lnTo>
                <a:lnTo>
                  <a:pt x="7396480" y="457200"/>
                </a:lnTo>
                <a:lnTo>
                  <a:pt x="7924800" y="381000"/>
                </a:lnTo>
                <a:lnTo>
                  <a:pt x="8453120" y="304800"/>
                </a:lnTo>
                <a:lnTo>
                  <a:pt x="8981440" y="228600"/>
                </a:lnTo>
                <a:lnTo>
                  <a:pt x="9509760" y="152400"/>
                </a:lnTo>
                <a:lnTo>
                  <a:pt x="10038080" y="76200"/>
                </a:lnTo>
                <a:lnTo>
                  <a:pt x="10566400" y="0"/>
                </a:lnTo>
              </a:path>
            </a:pathLst>
          </a:custGeom>
          <a:noFill/>
          <a:ln w="31750">
            <a:solidFill>
              <a:srgbClr val="FFF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3100" y="3670300"/>
            <a:ext cx="279400" cy="279400"/>
          </a:xfrm>
          <a:prstGeom prst="ellipse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433 0.0111 L 0.0867 0.0222 L 0.1300 0.0333 L 0.1733 0.0444 L 0.2167 0.0556 L 0.2600 0.0667 L 0.3033 0.0778 L 0.3467 0.0889 L 0.3900 0.1000 L 0.4333 0.1111 L 0.4767 0.1000 L 0.5200 0.0889 L 0.5633 0.0778 L 0.6067 0.0667 L 0.6500 0.0556 L 0.6933 0.0444 L 0.7367 0.0333 L 0.7800 0.0222 L 0.8233 0.0111 L 0.8667 0.0000" pathEditMode="relative" ptsTypes="">
                                      <p:cBhvr>
                                        <p:cTn id="2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